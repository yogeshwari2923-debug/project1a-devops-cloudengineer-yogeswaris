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3E506-AE99-048B-50C7-FBCC4AD88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27657-2BEC-C977-3FC7-E2328222C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B1693-333E-A98F-11CB-561587CE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AAE31-380D-7CEF-B638-81604AF5E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AB2B4-9636-E8D7-2761-3D6403EF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4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77EA0-BF8C-1B60-1C4B-F5EB6FCA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2FB0C-5CF8-0490-6458-9FBA41699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6BA8-E8D0-B0F9-D23E-68EC30F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B64A-46EB-7F19-4CC6-6D6D89BC5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84CD7-6E20-AF99-80DB-437F7593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11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E498-DAEC-F58F-5E31-C8284878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BC714-A93E-BE27-A36F-AA6451FBC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7D43B-A1C9-85FB-E124-434A9C881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7380B-3E93-70B9-77F2-5D420758C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AA6CD-7678-7B88-11B9-2CA90EC6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76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64DB-3BE8-713E-25D9-1CB7B263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268DC-A5AD-D09F-EA79-30965A2C5D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83A51-CB9D-7B14-20E5-29633922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B1A4A-2932-29D8-DBF7-77218CAE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141E9-C122-54ED-8EA6-C017BBDA2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85A78-3A39-405C-79C3-D5B4383C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54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B054A-A9AD-6509-4DD4-0AFC7A7C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38E1D-EA7F-D1FA-E093-188B96F59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4AA82-2D00-CFE0-9342-749564C31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939F7-3DE1-B14A-CCBC-6213EA168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D233D0-41CF-100E-DE14-5ADA18C58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62D7B-FE67-FCBD-CDB3-C292A1AC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8B0F2-DDA1-6321-3BB1-06AF6AE4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46F05-5B15-13AB-1470-2DDBF461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8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AA8B7-7371-35F1-A216-270A62E4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EDFA2-2035-3A3E-2BC6-12ED9CCB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3234D-20DE-2383-93EE-0AAAFF19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F58FA-5D00-22DD-1935-A766685A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723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120D4-9A8E-36D1-10DF-9F2BF05D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E6756-B284-8F6E-6985-6CD2E271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C17E2-1703-7ECD-7F8A-03EC60A5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8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8826-AB3B-C54C-B1DB-EC0168EA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914F-7079-8F0A-7822-E7C832972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02D89-7FE3-6B1E-5C69-D92F1F789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30C24-001F-3EEE-0BB5-3B320658D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6F65F-51F7-EC71-DDF5-B516DAB7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21EBD-608D-B509-51EC-09B185BB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6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5D9A-2017-53E4-0A74-5FA75239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D82F6E-A35B-8966-12A1-827749C84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76860-A8E1-2640-74DD-358114CCA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8CD8B-B6C4-8E94-A2E2-2CF9A92A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8B43A-64E8-EA4B-2111-2B9654DD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4C5F8-4AAC-86D0-AE5A-5B35A6B8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DEA0-E2B6-2DDE-1791-2566B0B0D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72F07-506D-B67C-79F5-B2E03250F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72E4-C9B2-A4C4-EA9A-F7AEAC48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73D3B-B76B-0C12-BDD9-85689BA8B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CB25-1481-C682-DE43-30AED423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79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2FF61-B579-796E-50EC-2E47F32F87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27754-7F0D-729E-7C19-D7DA5BF13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A94D5-C46D-FE2D-CC31-F76E0F67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688A-AA21-260F-16D5-A768BE8D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8AE19-1700-22B7-5C8B-844700E5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080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11F6B-0B90-CF68-F3D4-AB6CAAA3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94EA1-C621-D520-FA01-C7924E4DF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2BBC3-A743-462F-F0D7-76FA7AE0C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D9226-77F5-43D6-A7C0-D8D9EA69E470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A5EFF-8F0D-9797-65EA-94B69084FD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140B0-99FC-1CA8-AB4F-50C186C40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9C634-081D-4629-BA25-8C03B9DDE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38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58B5-46F2-FE21-750B-50CE769BE1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NovaPay</a:t>
            </a:r>
            <a:r>
              <a:rPr lang="en-US" dirty="0"/>
              <a:t> CI/CD Pipeline</a:t>
            </a:r>
            <a:br>
              <a:rPr lang="en-US" dirty="0"/>
            </a:br>
            <a:r>
              <a:rPr lang="en-US" dirty="0"/>
              <a:t>Zero Downtime Deployment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FAA6A-9795-FE88-DB46-4B2B6C89EE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YOGESHWARI S</a:t>
            </a:r>
          </a:p>
        </p:txBody>
      </p:sp>
    </p:spTree>
    <p:extLst>
      <p:ext uri="{BB962C8B-B14F-4D97-AF65-F5344CB8AC3E}">
        <p14:creationId xmlns:p14="http://schemas.microsoft.com/office/powerpoint/2010/main" val="311936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648C3-6A85-50C1-3CC4-8F3FC5A9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B9BBB-1D2E-4A59-5DB6-44817CE1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deployments</a:t>
            </a:r>
          </a:p>
          <a:p>
            <a:r>
              <a:rPr lang="en-US" dirty="0"/>
              <a:t>Slow release cycles</a:t>
            </a:r>
          </a:p>
          <a:p>
            <a:r>
              <a:rPr lang="en-US" dirty="0"/>
              <a:t>High downtime risk</a:t>
            </a:r>
          </a:p>
          <a:p>
            <a:r>
              <a:rPr lang="en-US" dirty="0"/>
              <a:t>No compliance checks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788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7CBE-381D-150E-6C12-9E63D5AD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EC7C-38E4-54F6-0599-C807B3F38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MTTR: 4.5 hours</a:t>
            </a:r>
          </a:p>
          <a:p>
            <a:r>
              <a:rPr lang="en-US" dirty="0"/>
              <a:t>Deploy: once in 2 weeks</a:t>
            </a:r>
          </a:p>
          <a:p>
            <a:r>
              <a:rPr lang="en-US" dirty="0"/>
              <a:t>No monitoring</a:t>
            </a:r>
          </a:p>
          <a:p>
            <a:r>
              <a:rPr lang="en-US" dirty="0"/>
              <a:t>Audit failures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24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42FC-3BA9-56BF-265F-73668626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CC5A5-8E49-B9D2-D163-752EF99A7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Automated CI/CD pipeline</a:t>
            </a:r>
          </a:p>
          <a:p>
            <a:r>
              <a:rPr lang="en-US" dirty="0"/>
              <a:t>8-stage architecture</a:t>
            </a:r>
          </a:p>
          <a:p>
            <a:r>
              <a:rPr lang="en-US" dirty="0"/>
              <a:t>Secure &amp; fast delivery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7751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B170-CFA5-9910-7F93-E9D9F78D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F1D5-5C69-604D-7266-835EBD668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Source → Build → SAST → Scan → Test → DAST → Compliance → Deploy</a:t>
            </a:r>
          </a:p>
        </p:txBody>
      </p:sp>
    </p:spTree>
    <p:extLst>
      <p:ext uri="{BB962C8B-B14F-4D97-AF65-F5344CB8AC3E}">
        <p14:creationId xmlns:p14="http://schemas.microsoft.com/office/powerpoint/2010/main" val="1159717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1A18-74DF-F4A2-D2E6-C8E355DE7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08F03-21E7-D575-4281-D1ECDAF91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Blue-Green deployment</a:t>
            </a:r>
          </a:p>
          <a:p>
            <a:r>
              <a:rPr lang="en-US" dirty="0"/>
              <a:t>Canary rollout</a:t>
            </a:r>
          </a:p>
          <a:p>
            <a:r>
              <a:rPr lang="en-US" dirty="0"/>
              <a:t>Zero downtime switching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004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D969-877E-C1E8-3AA7-0FF82BA4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&amp;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FF7AA-6B4A-0FED-8C43-6DBFEB97A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SAST, DAST, Dependency scan</a:t>
            </a:r>
          </a:p>
          <a:p>
            <a:r>
              <a:rPr lang="en-US" dirty="0"/>
              <a:t>RBI + PCI-DSS compliance</a:t>
            </a:r>
          </a:p>
          <a:p>
            <a:r>
              <a:rPr lang="en-US" dirty="0"/>
              <a:t>Automated policy checks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464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424A-BF2D-18FC-BC9B-71B88C20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ROLLBACK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77BA-6D48-2726-1A6F-E3B0CD97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 rollback on failure</a:t>
            </a:r>
          </a:p>
          <a:p>
            <a:r>
              <a:rPr lang="en-US" dirty="0"/>
              <a:t>Error &gt;5%</a:t>
            </a:r>
          </a:p>
          <a:p>
            <a:r>
              <a:rPr lang="en-US" dirty="0"/>
              <a:t>Fast recovery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679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82F2-54D8-754C-4A0E-1F27E0B8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AADC9-2FC4-5AE8-1733-CDA1EC96E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Prometheus &amp; Grafana</a:t>
            </a:r>
          </a:p>
          <a:p>
            <a:r>
              <a:rPr lang="en-IN" dirty="0"/>
              <a:t>DORA metrics tracking</a:t>
            </a:r>
          </a:p>
          <a:p>
            <a:r>
              <a:rPr lang="en-IN" dirty="0"/>
              <a:t>Real-time alerts</a:t>
            </a:r>
          </a:p>
        </p:txBody>
      </p:sp>
    </p:spTree>
    <p:extLst>
      <p:ext uri="{BB962C8B-B14F-4D97-AF65-F5344CB8AC3E}">
        <p14:creationId xmlns:p14="http://schemas.microsoft.com/office/powerpoint/2010/main" val="196007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19ED-0302-19FD-3C58-D1A34E6C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DDA54-38A7-CE2A-7C69-79576E0F6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deployments</a:t>
            </a:r>
          </a:p>
          <a:p>
            <a:r>
              <a:rPr lang="en-US" dirty="0"/>
              <a:t>Improved reliability</a:t>
            </a:r>
          </a:p>
          <a:p>
            <a:r>
              <a:rPr lang="en-US"/>
              <a:t>Regulatory compliance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6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NovaPay CI/CD Pipeline Zero Downtime Deployment</vt:lpstr>
      <vt:lpstr>PROBLEM</vt:lpstr>
      <vt:lpstr>CURRENT ISSUES</vt:lpstr>
      <vt:lpstr>SOLUTION</vt:lpstr>
      <vt:lpstr>PIPELINE STAGES</vt:lpstr>
      <vt:lpstr>DEPLOYMENT STRATEGIES</vt:lpstr>
      <vt:lpstr>SECURITY &amp; COMPLIANCE</vt:lpstr>
      <vt:lpstr>ROLLBACK</vt:lpstr>
      <vt:lpstr>OBSERVABILITY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yogeshwari s</dc:creator>
  <cp:lastModifiedBy>yogeshwari s</cp:lastModifiedBy>
  <cp:revision>1</cp:revision>
  <dcterms:created xsi:type="dcterms:W3CDTF">2026-05-06T06:55:46Z</dcterms:created>
  <dcterms:modified xsi:type="dcterms:W3CDTF">2026-05-06T07:00:51Z</dcterms:modified>
</cp:coreProperties>
</file>